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457200"/>
            <a:ext cx="1463040" cy="146304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560320"/>
            <a:ext cx="914400" cy="9144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9144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00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Studio Pro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9144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Python Docstring Generator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65760" y="2743200"/>
            <a:ext cx="5029200" cy="0"/>
          </a:xfrm>
          <a:prstGeom prst="line">
            <a:avLst/>
          </a:prstGeom>
          <a:noFill/>
          <a:ln w="12700">
            <a:solidFill>
              <a:srgbClr val="2D3A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 •  Generate  •  Validate  •  Write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474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Google · NumPy · reST styles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Gemini · Groq AI providers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+ CLI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Docstring Studio Pro?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Studio Pro is a developer productivity tool that automatically scans Python source files, parses their AST (Abstract Syntax Tree), and generates professional-grade docstrings — either using rule-based templates or real AI (OpenAI, Gemini, Groq). It also validates existing docstrings against PEP 257 standards.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423160"/>
            <a:ext cx="2011680" cy="22860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2423160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2606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" y="3474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functions, classes, args &amp; return types from Python code using Python's built-in AST module.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04872" y="2423160"/>
            <a:ext cx="2011680" cy="22860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04872" y="2423160"/>
            <a:ext cx="2011680" cy="6400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26060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78024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Generator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78024" y="3474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OpenAI, Gemini, or Groq APIs with auto-selection, retries &amp; smart fallback chain.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81144" y="2423160"/>
            <a:ext cx="2011680" cy="22860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81144" y="242316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26060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654296" y="3474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docstrings against PEP 257 rules — checks for missing docs, formatting issues &amp; more.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57416" y="2423160"/>
            <a:ext cx="2011680" cy="22860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57416" y="242316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6060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30568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Writer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30568" y="3474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LibCST to safely inject docstrings back into source code without breaking formatting.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Clean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600200" cy="402336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1600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777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920240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 (Click)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2578608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5054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ui/app.py (Streamlit)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2788920"/>
            <a:ext cx="17373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1096" y="777240"/>
            <a:ext cx="1600200" cy="402336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11096" y="777240"/>
            <a:ext cx="16002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911096" y="777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75104" y="1261872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2093976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 (AST)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75104" y="1920240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2093976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generator.py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75104" y="2578608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2093976" y="25054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75104" y="3236976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2093976" y="31638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writer.py (LibCST)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11296" y="2788920"/>
            <a:ext cx="17373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85032" y="777240"/>
            <a:ext cx="1600200" cy="402336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85032" y="777240"/>
            <a:ext cx="16002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685032" y="777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1261872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867912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ai/service.py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9040" y="1920240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867912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ai/router.py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49040" y="2578608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867912" y="25054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openai_client.py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9040" y="3236976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3867912" y="31638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gemini_client.py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3895344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3867912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groq_client.py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85232" y="2788920"/>
            <a:ext cx="173736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58968" y="777240"/>
            <a:ext cx="1600200" cy="402336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58968" y="777240"/>
            <a:ext cx="1600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458968" y="777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22976" y="1261872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5641848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templates/google.py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22976" y="1920240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5641848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templates/numpy.py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22976" y="2578608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5641848" y="25054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templates/rest.py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22976" y="3236976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5641848" y="31638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templates/registry.py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59168" y="2788920"/>
            <a:ext cx="173736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32904" y="777240"/>
            <a:ext cx="1600200" cy="402336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232904" y="777240"/>
            <a:ext cx="1600200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4" name="Text 52"/>
          <p:cNvSpPr/>
          <p:nvPr/>
        </p:nvSpPr>
        <p:spPr>
          <a:xfrm>
            <a:off x="7232904" y="777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96912" y="1261872"/>
            <a:ext cx="5486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6" name="Text 54"/>
          <p:cNvSpPr/>
          <p:nvPr/>
        </p:nvSpPr>
        <p:spPr>
          <a:xfrm>
            <a:off x="7415784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validator/service.py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296912" y="1920240"/>
            <a:ext cx="5486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8" name="Text 56"/>
          <p:cNvSpPr/>
          <p:nvPr/>
        </p:nvSpPr>
        <p:spPr>
          <a:xfrm>
            <a:off x="7415784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validator/models.py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96912" y="2578608"/>
            <a:ext cx="5486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>
          <a:xfrm>
            <a:off x="7415784" y="25054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pep257_basic.py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responsibility • Zero circular imports • Pluggable AI providers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 Folder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206240" cy="4206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docstring-studio-pro/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pyproject.toml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965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docgen/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4944" y="2194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cli.py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" y="2423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parser.py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2651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generator.py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4944" y="2880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writer.py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" y="3108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infer.py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944" y="3337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ai/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" y="3566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templates/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validator/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ui/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" y="4251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app.py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4480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runs the Click CLI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609344"/>
            <a:ext cx="4114800" cy="34747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645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1645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commands: scan, generate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029968"/>
            <a:ext cx="4114800" cy="347472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0665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parser.py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code parser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50592"/>
            <a:ext cx="4114800" cy="34747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487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docstring builder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71216"/>
            <a:ext cx="4114800" cy="347472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07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writer.py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LibCST safe code rewriter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291840"/>
            <a:ext cx="4114800" cy="34747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328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ai/service.py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orchestration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712464"/>
            <a:ext cx="4114800" cy="347472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49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ai/router.py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routing &amp; auto-select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4133088"/>
            <a:ext cx="4114800" cy="34747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1696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validator/service.py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92240" y="4169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validation engine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4553712"/>
            <a:ext cx="4114800" cy="347472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ui/app.py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92240" y="4590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 (V3)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How It Works —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3268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Source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a .py file path via CLI or UI. The file is read into memory as raw source code.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65176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22960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4408" y="932688"/>
            <a:ext cx="347472" cy="34747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3716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 uses Python's ast module to walk the syntax tree. Extracts function names, args, type hints, defaults, and return types.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822960"/>
            <a:ext cx="265176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8229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6208776" y="9326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47688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08776" y="13716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infer.py deduces missing types from default values (e.g., x=5 → int, flag=True → bool). Falls back to 'Any' when unknown.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65176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03580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Generation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34747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generator.py builds a summary + formats args/returns using the selected template (Google / NumPy / reST). AI providers can enhance with natural language.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65176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26080"/>
            <a:ext cx="26517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>
          <a:xfrm>
            <a:off x="3264408" y="3035808"/>
            <a:ext cx="347472" cy="34747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326440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03320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64408" y="34747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validator/service.py re-parses code and checks PEP 257 compliance: missing docstrings, one-liner rules, blank line rules.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2926080"/>
            <a:ext cx="265176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292608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208776" y="303580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208776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47688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Write-Back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08776" y="34747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writer.py uses LibCST to insert docstrings as AST nodes — preserving indentation, comments, and blank lines perfectly.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Layer — Multi-Provider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777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ai/service.py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920240"/>
            <a:ext cx="2194560" cy="7315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ai/router.py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auto_select() + route_request()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0" cy="27432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17520"/>
            <a:ext cx="2194560" cy="777240"/>
          </a:xfrm>
          <a:prstGeom prst="rect">
            <a:avLst/>
          </a:prstGeom>
          <a:solidFill>
            <a:srgbClr val="10A37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/ gpt-5.2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651760"/>
            <a:ext cx="-301752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3017520"/>
            <a:ext cx="2194560" cy="777240"/>
          </a:xfrm>
          <a:prstGeom prst="rect">
            <a:avLst/>
          </a:prstGeom>
          <a:solidFill>
            <a:srgbClr val="4285F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gemini-1.5-pro/flash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65176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017520"/>
            <a:ext cx="2194560" cy="777240"/>
          </a:xfrm>
          <a:prstGeom prst="rect">
            <a:avLst/>
          </a:prstGeom>
          <a:solidFill>
            <a:srgbClr val="F550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llama-3.1-70b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651760"/>
            <a:ext cx="301752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77640"/>
            <a:ext cx="8595360" cy="1005840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04164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Auto-select provider by API key availability   ✅ Smart fallback chain: OpenAI → Gemini → Groq   ✅ Exponential backoff retry (configurable)   ✅ Temperature, max tokens, model all configurable   ✅ Separate client modules — easily extensible   ✅ AIProviderError raised with full trace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Docstring Templates — 3 Styles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2743200" cy="4206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31520"/>
            <a:ext cx="27432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31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Style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560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add(x, y):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two numbers.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(int): Description.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 (int): Description.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int: Description.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72968" y="731520"/>
            <a:ext cx="2743200" cy="4206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731520"/>
            <a:ext cx="27432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172968" y="731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Style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143000"/>
            <a:ext cx="2560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add(x, y):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two numbers.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----------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-------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63056" y="731520"/>
            <a:ext cx="2743200" cy="4206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731520"/>
            <a:ext cx="2743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63056" y="731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Style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1143000"/>
            <a:ext cx="2560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add(x, y):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two numbers.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:param x: Description.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:type x: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:param y: Description.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:type y: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:rtype: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Step-by-Step: How to Build This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13258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32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Python Environment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 # Windows: venv\Scripts\activate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13258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54864" cy="1325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32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AST Parser (parser.py)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Python's built-in ast module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= ast.parse(source_code)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Walk tree → extract FunctionDef, ClassDef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221992"/>
            <a:ext cx="4206240" cy="13258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221992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2768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2478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Type Inferrer (infer.py)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27706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AST default nodes to Python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ast.Constant(5) → 'int'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ast.Constant(True) → 'bool'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infer_return_type() scans return stmts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4206240" cy="13258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21992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768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478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Template Engine (templates/)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7706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base.py: Abstract DocstringTemplate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google.py / numpy.py / rest.py: Renderers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registry.py: get_template(style) factory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3666744"/>
            <a:ext cx="4206240" cy="13258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666744"/>
            <a:ext cx="54864" cy="13258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721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Layer (ai/)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2153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config.py: AIConfig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router.py: PROVIDERS dict + auto_select()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service.py: retry_with_backoff + fallback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*_client.py: Each API call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666744"/>
            <a:ext cx="4206240" cy="13258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66744"/>
            <a:ext cx="54864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721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Writer with LibCST (writer.py)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2153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libcst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CSTTransformer subclass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leave_FunctionDef / leave_ClassDef hooks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 docstrings as SimpleStatementLine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Step-by-Step: Build (Continued)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CLI with Click (cli.py)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990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@cli.command()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@click.argument('filepath')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@click.option('--style', default='google')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@click.option('--write', is_flag=True)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generate(filepath, style, write):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54864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PEP 257 Validator (validator/)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990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Walk AST for all functions/classes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Check: missing docstring → B000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Check: blank lines, punctuation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grouped DocIssue list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788920"/>
            <a:ext cx="420624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7889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8620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Streamlit UI (ui/app.py)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4107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streamlit-ace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st_ace() for code editor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Sidebar: style, provider,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Tabs: Edit / Validate / CLI Output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20624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8620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.env for AI Keys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4107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GEMINI_API_KEY=AIza...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GROQ_API_KEY=gsk_...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000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11: Write Tests  •  pytest tests/  •  pytest --cov=docgen  •  Coverage reports in htmlcov/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How to Run the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 &amp;&amp; cd docstring-studio-pro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 &amp;&amp; source venv/bin/activate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14800" cy="187452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 Usage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3749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a Python 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scan path/to/file.py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(print to stdout)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generate path/to/file.py --style google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+ write back to 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generate myfile.py --style numpy --write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Overwrite existing docstrings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generate myfile.py --write --overwrite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4251960" cy="187452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965960"/>
            <a:ext cx="4251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Streamlit Web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359152"/>
            <a:ext cx="39776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API keys first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 .env → add OPENAI_API_KEY / GEMINI_API_KEY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the Streamlit app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ui/app.py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Opens at: http://localhost:8501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Sidebar: choose style + AI provider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Paste code → click Generate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3950208"/>
            <a:ext cx="8595360" cy="86868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2793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requirements-test.txt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                         # Run all 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--cov=docgen --cov-report=html    # With coverage report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Streamlit UI — Feature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74320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914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1371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Monaco-powered st_ace editor with Python syntax highlighting. Users paste or type their Python code directly in the browser.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72968" y="777240"/>
            <a:ext cx="274320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77724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914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21608" y="914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Panel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64408" y="1371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lets you pick: Local (template), Auto, OpenAI, Groq, or Gemini. Choose model and temperature slider (0.0–1.0).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44768" y="777240"/>
            <a:ext cx="274320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77724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914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914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Selector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1371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choose Google, NumPy, or reST docstring format. Affects all generated output immediately.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01168" y="2880360"/>
            <a:ext cx="274320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1168" y="288036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017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017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92608" y="347472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Validate to scan existing code for PEP 257 violations. Grouped by symbol with error codes (B000, B001, etc.).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172968" y="2880360"/>
            <a:ext cx="274320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72968" y="2880360"/>
            <a:ext cx="2743200" cy="54864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30175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21608" y="3017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64408" y="347472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with docstrings appears in real-time. Copy-to-clipboard or download the modified file.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44768" y="2880360"/>
            <a:ext cx="2743200" cy="19202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44768" y="288036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0175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3017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36208" y="347472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dark/light theme via sidebar. Editor theme updates automatically alongside the app theme.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Summary &amp; 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Studio Pro — AI-Powered Python Documentation Generator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0116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48716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layers: Entry Points → Parser → Generator → AI → Writer. Each replaceable without touching others.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04872" y="1371600"/>
            <a:ext cx="20116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96312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 Ready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96312" y="248716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Gemini, Groq out of the box. Add a new provider by writing one client file and registering it in router.py.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81144" y="1371600"/>
            <a:ext cx="20116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72584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Docstring Formats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72584" y="248716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NumPy, reST — selectable per run. Template engine is extensible via base.py abstract class.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757416" y="1371600"/>
            <a:ext cx="20116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5087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48856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Validation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48856" y="2487168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linter catches missing and malformed docstrings with structured error codes before you commit.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4791456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github.com/your-org/docstring-studio-pro   •   Python 3.12+   •   MIT License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Docstring Studio Pro — Full Project Presentation</dc:title>
  <dc:subject>PptxGenJS Presentation</dc:subject>
  <dc:creator>PptxGenJS</dc:creator>
  <cp:lastModifiedBy>PptxGenJS</cp:lastModifiedBy>
  <cp:revision>1</cp:revision>
  <dcterms:created xsi:type="dcterms:W3CDTF">2026-03-14T05:41:45Z</dcterms:created>
  <dcterms:modified xsi:type="dcterms:W3CDTF">2026-03-14T05:41:45Z</dcterms:modified>
</cp:coreProperties>
</file>